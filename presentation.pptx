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topic: we model how two EV charging stations choose prices when each one's profit depends on the other's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trade-off with the margins: High earns ₹6 per kWh instead of ₹4, but if the rival is cheaper you keep only 20% of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research question clearly. Emphasise that the numbers are illustrative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row. Non-cooperative means no binding agreements; simultaneous means neither station observes the other's price before choosing.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example, Low/High: A gets 80% of 1,000 = 800 kWh and earns (10−6)×800 = ₹3,200; B gets 200 kWh and earns ₹1,200.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one cell aloud. Then show that whatever B does, Low gives A more profit: a dominant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viva point: the Nash equilibrium is stable against one-player deviations; the joint maximum High/High is not. The firms forgo ₹2,000 of combined profit, while drivers pay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on Configure, set q to 0.70 and show two equilibria appear; then show the simulator's unilateral-deviation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Undercutting only pays when it wins enough extra customers. The heatmap shows the same idea when costs change: lower costs make the low price's margin relatively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research question and the answer,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97280" cy="73152"/>
          </a:xfrm>
          <a:prstGeom prst="rect">
            <a:avLst/>
          </a:prstGeom>
          <a:solidFill>
            <a:srgbClr val="D9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D3DA"/>
                </a:solidFill>
                <a:latin typeface="Calibri"/>
              </a:rPr>
              <a:t>GAME THEORY PROJECT · SECTION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Game-Theoretic Analysis of EV Charging Station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6EA"/>
                </a:solidFill>
                <a:latin typeface="Calibri"/>
              </a:rPr>
              <a:t>A two-player pricing game: payoff matrix, best responses, Nash equilibrium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Aditya Raj Jain  ·  2427030117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Arnav Khandelwal  ·  242703019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Pranav Chauhan  ·  2427030220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Khushi Yadav  ·  2427030186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Why EV charging stations face a pricing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313F"/>
                </a:solidFill>
                <a:latin typeface="Calibri"/>
              </a:rPr>
              <a:t>•  Two charging stations serve the same drivers and each sets a price per kWh.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3F"/>
                </a:solidFill>
                <a:latin typeface="Calibri"/>
              </a:rPr>
              <a:t>•  A higher price earns more on every kWh sold…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3F"/>
                </a:solidFill>
                <a:latin typeface="Calibri"/>
              </a:rPr>
              <a:t>•  …but drivers move to the cheaper station, so it sells fewer kWh.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3F"/>
                </a:solidFill>
                <a:latin typeface="Calibri"/>
              </a:rPr>
              <a:t>•  Each station's best price therefore depends on the rival's price.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3F"/>
                </a:solidFill>
                <a:latin typeface="Calibri"/>
              </a:rPr>
              <a:t>•  That interdependence is what game theory analyses.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4023360" cy="3291840"/>
          </a:xfrm>
          <a:prstGeom prst="roundRect">
            <a:avLst/>
          </a:prstGeom>
          <a:solidFill>
            <a:srgbClr val="EEF5F7"/>
          </a:solidFill>
          <a:ln>
            <a:solidFill>
              <a:srgbClr val="0F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574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Margin per kWh</a:t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Low: ₹10 − ₹6 = ₹4</a:t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High: ₹12 − ₹6 = ₹6</a:t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Market share</a:t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Equal prices: 50% each</a:t>
            </a:r>
          </a:p>
          <a:p>
            <a:pPr algn="l"/>
            <a:r>
              <a:rPr sz="1800" b="0">
                <a:solidFill>
                  <a:srgbClr val="16324F"/>
                </a:solidFill>
                <a:latin typeface="Calibri"/>
              </a:rPr>
              <a:t>Cheaper: 80% · dearer: 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What the model sets out to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C8A"/>
                </a:solidFill>
                <a:latin typeface="Calibri"/>
              </a:rPr>
              <a:t>Research question: which prices will competing stations choose, and how does that compare with the prices that maximise their combined profit?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Formulate the competition as a 2-player, 2-strategy simultaneous game.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Derive every payoff from a demand-allocation and profit model, in code.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Compute best responses and all pure-strategy Nash equilibria algorithmically.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Compare the equilibrium with joint-profit maximisation; test the Prisoner's Dilemma conditions.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Re-solve the game across parameter ranges and present it in an interactive website.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313F"/>
                </a:solidFill>
                <a:latin typeface="Calibri"/>
              </a:rPr>
              <a:t>•  Scope: an illustrative model with assumed prices and costs, not an empirical forecast.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GAME-THEORY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Players, strategies and game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41248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Players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313F"/>
                          </a:solidFill>
                          <a:latin typeface="Calibri"/>
                        </a:rPr>
                        <a:t>Station A, Station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Strategies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313F"/>
                          </a:solidFill>
                          <a:latin typeface="Calibri"/>
                        </a:rPr>
                        <a:t>Low (₹10/kWh) or High (₹12/kWh)</a:t>
                      </a:r>
                    </a:p>
                  </a:txBody>
                  <a:tcPr anchor="ctr">
                    <a:solidFill>
                      <a:srgbClr val="F3F7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Payoff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313F"/>
                          </a:solidFill>
                          <a:latin typeface="Calibri"/>
                        </a:rPr>
                        <a:t>Profit = (price − cost) × energy sold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313F"/>
                          </a:solidFill>
                          <a:latin typeface="Calibri"/>
                        </a:rPr>
                        <a:t>Simultaneous: each chooses without seeing the other</a:t>
                      </a:r>
                    </a:p>
                  </a:txBody>
                  <a:tcPr anchor="ctr">
                    <a:solidFill>
                      <a:srgbClr val="F3F7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313F"/>
                          </a:solidFill>
                          <a:latin typeface="Calibri"/>
                        </a:rPr>
                        <a:t>Non-cooperative, finite, normal-form, complete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Demand allocation and profit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75120" cy="35661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s_A = 0.5     if p_A = p_B</a:t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s_A = q       if p_A &lt; p_B</a:t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s_A = 1 − q   if p_A &gt; p_B</a:t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E_A = D · s_A        E_B = D · (1 − s_A)</a:t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π_A = (p_A − c_A) · E_A</a:t>
            </a:r>
          </a:p>
          <a:p>
            <a:pPr algn="l"/>
            <a:r>
              <a:rPr sz="2200" b="0">
                <a:solidFill>
                  <a:srgbClr val="16324F"/>
                </a:solidFill>
                <a:latin typeface="Calibri"/>
              </a:rPr>
              <a:t>π_B = (p_B − c_B) · E_B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D = 1,000 kWh (fixed)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p_L = ₹10, p_H = ₹12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c_A = c_B = ₹6/kWh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q = 80% to the cheaper station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No fixed costs, capacity or queues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PAYOFF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Four outcomes, computed from the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74980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 \ B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B: Low (₹10)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B: High (₹12)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A: Low (₹10)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6324F"/>
                          </a:solidFill>
                          <a:latin typeface="Calibri"/>
                        </a:rPr>
                        <a:t>(₹2,000, ₹2,000)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16324F"/>
                          </a:solidFill>
                          <a:latin typeface="Calibri"/>
                        </a:rPr>
                        <a:t>Nash equilibrium</a:t>
                      </a:r>
                    </a:p>
                  </a:txBody>
                  <a:tcPr anchor="ctr">
                    <a:solidFill>
                      <a:srgbClr val="D7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6324F"/>
                          </a:solidFill>
                          <a:latin typeface="Calibri"/>
                        </a:rPr>
                        <a:t>(₹3,200, ₹1,200)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A: High (₹12)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6324F"/>
                          </a:solidFill>
                          <a:latin typeface="Calibri"/>
                        </a:rPr>
                        <a:t>(₹1,200, ₹3,200)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6324F"/>
                          </a:solidFill>
                          <a:latin typeface="Calibri"/>
                        </a:rPr>
                        <a:t>(₹3,000, ₹3,000)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16324F"/>
                          </a:solidFill>
                          <a:latin typeface="Calibri"/>
                        </a:rPr>
                        <a:t>★ max joint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7373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If B plays Low, A's best reply is Low (₹2,000 vs ₹1,200).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If B plays High, A's best reply is Low (₹3,200 vs ₹3,000).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The game is symmetric, so B's best replies mirror A's.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libri"/>
              </a:rPr>
              <a:t>Cells show (Profit A, Profit 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NASH EQUILIBRIUM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Why (Low, Low) is the unique equilibrium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Low is strictly dominant for both stations, so (Low, Low) is the unique pure Nash equilibrium.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At equilibrium each earns ₹2,000; switching alone to High drops profit to ₹1,200.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High/High would give ₹3,000 each (₹6,000 combined) but is unstable: undercutting earns ₹3,200.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T &gt; R &gt; P &gt; S: ₹3,200 &gt; ₹3,000 &gt; ₹2,000 &gt; ₹1,200, a Prisoner's Dilemma.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No interior mixed equilibrium: the indifference formula gives q* = -0.33, outside [0, 1].</a:t>
            </a:r>
          </a:p>
        </p:txBody>
      </p:sp>
      <p:pic>
        <p:nvPicPr>
          <p:cNvPr id="7" name="Picture 6" descr="fig_j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303520" cy="3030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WEBSITE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Interactive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8 / 10</a:t>
            </a:r>
          </a:p>
        </p:txBody>
      </p:sp>
      <p:pic>
        <p:nvPicPr>
          <p:cNvPr id="6" name="Picture 5" descr="02_payoff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3122041"/>
          </a:xfrm>
          <a:prstGeom prst="rect">
            <a:avLst/>
          </a:prstGeom>
        </p:spPr>
      </p:pic>
      <p:pic>
        <p:nvPicPr>
          <p:cNvPr id="7" name="Picture 6" descr="03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577840" cy="31220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game_theory.py: model, best responses, Nash search, PD check, mixed strategies, sensitivity</a:t>
            </a:r>
          </a:p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app.py + visualizations.py: 8 pages in Streamlit and Plotly  ·  pytest suite on the model</a:t>
            </a:r>
          </a:p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Run locally: 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RESULTS AND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How the outcome changes with q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9 / 10</a:t>
            </a:r>
          </a:p>
        </p:txBody>
      </p:sp>
      <p:pic>
        <p:nvPicPr>
          <p:cNvPr id="6" name="Picture 5" descr="fig_q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760720" cy="3024378"/>
          </a:xfrm>
          <a:prstGeom prst="rect">
            <a:avLst/>
          </a:prstGeom>
        </p:spPr>
      </p:pic>
      <p:pic>
        <p:nvPicPr>
          <p:cNvPr id="7" name="Picture 6" descr="fig_heatmap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577840" cy="3067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q &gt; 0.75: Low dominant, (Low, Low) unique, Prisoner's Dilemma.   0.667 &lt; q &lt; 0.75: two pure equilibria.   q &lt; 0.667: (High, High).</a:t>
            </a:r>
          </a:p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Applications: pricing strategy for charging operators, understanding price wars, individual vs joint profit.</a:t>
            </a:r>
          </a:p>
          <a:p>
            <a:pPr algn="l"/>
            <a:r>
              <a:rPr sz="1500" b="0">
                <a:solidFill>
                  <a:srgbClr val="16324F"/>
                </a:solidFill>
                <a:latin typeface="Calibri"/>
              </a:rPr>
              <a:t>Limitation: illustrative parameters, fixed demand, two price levels; not an empirical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C8A"/>
                </a:solidFill>
                <a:latin typeface="Calibri"/>
              </a:rP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Calibri"/>
              </a:rPr>
              <a:t>What the model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B97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Under the baseline, competition drives both stations to the low price.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The equilibrium is stable, yet not the joint-profit maximum: a Prisoner's Dilemma.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Whether undercutting pays depends on driver price sensitivity (q) and on margins.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313F"/>
                </a:solidFill>
                <a:latin typeface="Calibri"/>
              </a:rPr>
              <a:t>•  All results are computed, tested and explorable in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C8A"/>
                </a:solidFill>
                <a:latin typeface="Calibri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Continuous prices and elastic demand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Charging capacity and queues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Location-based (Hotelling) competition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Repeated game: can High/High be sustained?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313F"/>
                </a:solidFill>
                <a:latin typeface="Calibri"/>
              </a:rPr>
              <a:t>•  More stations and real tariff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1155680" cy="1051560"/>
          </a:xfrm>
          <a:prstGeom prst="roundRect">
            <a:avLst/>
          </a:prstGeom>
          <a:solidFill>
            <a:srgbClr val="EEF5F7"/>
          </a:solidFill>
          <a:ln>
            <a:solidFill>
              <a:srgbClr val="0F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Calibri"/>
              </a:rPr>
              <a:t>Answer to the research question: the stations choose (Low, Low) and earn ₹4,000 together, while (High, High) would earn ₹6,000. Individual incentives and joint profit point in different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